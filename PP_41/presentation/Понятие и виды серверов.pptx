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46265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73634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ОСНОВЫ СЕТЕВЫХ ТЕХНОЛОГИЙ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1653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Понятие сервера.</a:t>
            </a:r>
            <a:r>
              <a:t>
</a:t>
            </a:r>
            <a:r>
              <a:rPr b="1" sz="3900" i="0" u="none">
                <a:solidFill>
                  <a:srgbClr val="FFFFFF"/>
                </a:solidFill>
                <a:latin typeface="Inter"/>
              </a:rPr>
              <a:t> Виды серверов по назначению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84265"/>
            <a:ext cx="6191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Архитектура, принципы работы и классификация ключевых компонентов современной IT-инфраструктуры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743200"/>
            <a:ext cx="5257800" cy="1066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000500"/>
            <a:ext cx="5257800" cy="1066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743200"/>
            <a:ext cx="3810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000500"/>
            <a:ext cx="38100" cy="1066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286000"/>
            <a:ext cx="5257800" cy="3238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286000"/>
            <a:ext cx="5257800" cy="3238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ОПРЕДЕЛЕНИЕ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Что такое сервер?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933700"/>
            <a:ext cx="6250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Аппаратный сервер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219450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Специализированный физический компьютер непрерывного действия под высокой нагрузкой.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191000"/>
            <a:ext cx="6250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2. Программный сервер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476750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Программное обеспечение, выполняющее запросы сетевых клиентов.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77000" y="30146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0" y="36718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7000" y="432911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6000"/>
            <a:ext cx="5410200" cy="3238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38400"/>
            <a:ext cx="5105400" cy="2933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ПРИНЦИП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Модель «Клиент – Сервер»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30146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367188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432911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2300" y="3014662"/>
            <a:ext cx="513814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Запрос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300" y="3281362"/>
            <a:ext cx="4893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Клиент отправляет сетевой запрос к серверу.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3671887"/>
            <a:ext cx="456307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Обработка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3938587"/>
            <a:ext cx="4345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Сервер выполняет логику и вычисления.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2300" y="4329112"/>
            <a:ext cx="50881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Ответ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2300" y="4595812"/>
            <a:ext cx="4845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Сервер возвращает готовые данные клиенту.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6537"/>
            <a:ext cx="5334000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76525"/>
            <a:ext cx="5334000" cy="245745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128962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0289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324326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412" y="3143250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КЛАССИФИКАЦИЯ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Веб-серверы и Серверы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776662"/>
            <a:ext cx="60757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Веб-сервер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138612"/>
            <a:ext cx="578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Обработка HTTP/HTTPS запросов веб-сайтов.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491037"/>
            <a:ext cx="5786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Примеры: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Nginx, Apache, IIS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676650"/>
            <a:ext cx="5591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Сервер баз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4038600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Хранение и быстрая выборка структурированных данных.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4591050"/>
            <a:ext cx="5591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Примеры: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PostgreSQL, MySQL, Oracle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6525"/>
            <a:ext cx="5334000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76537"/>
            <a:ext cx="533400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02895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1289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7" y="3143250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324326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КЛАССИФИКАЦИЯ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Файловые и Почтовые серверы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676650"/>
            <a:ext cx="60757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Файловый сервер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038600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Централизованный доступ к корпоративным документам.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591050"/>
            <a:ext cx="5786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Протоколы: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SMB, NFS, FTP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776662"/>
            <a:ext cx="5591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Почтовый сервер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4138612"/>
            <a:ext cx="5591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Приём, фильтрация и маршутизация сообщений.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4491037"/>
            <a:ext cx="5591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Протоколы: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SMTP, IMAP, POP3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7075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67075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7075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ИНФРАСТРУКТУРА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Сетевые серверы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43300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DNS-сервер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7150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Преобразование доменных имён в IP-адреса.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43300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Прокси-сервер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67150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Кэширование данных и защита сетевого трафика.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43300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DHCP-сервер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67150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Автоматическая выдача сетевых настроек устрйствам.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71737"/>
            <a:ext cx="52578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90912"/>
            <a:ext cx="52578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10087"/>
            <a:ext cx="52578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286000"/>
            <a:ext cx="5257800" cy="3238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286000"/>
            <a:ext cx="5257800" cy="3238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СПЕЦИАЛИЗАЦИЯ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Специализированные серверы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671762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Серверы приложений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09887"/>
            <a:ext cx="5976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Исполнение бизнес-логики корпоративных программ.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690937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Игровые и Медиасерверы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929062"/>
            <a:ext cx="5976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Расчёт виртуального мира и трансляция потокового видео.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710112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Терминальные серверы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948237"/>
            <a:ext cx="5976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Удалённый доступ к централизованным вычислениям.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486025"/>
            <a:ext cx="533400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638425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33204" y="3248025"/>
            <a:ext cx="4725590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Inter"/>
              </a:rPr>
              <a:t>Итоги и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914775"/>
            <a:ext cx="7143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Серверы — фундамент работы всей современной сети Интернет и корпоративных систем.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859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76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76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3937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80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33662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9906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https://media.istockphoto.com/id/1501762785/vector/data-servers-black-line-fill-vector-icon.jpg?s=612x612&amp;w=0&amp;k=20&amp;c=gV-JAP7ikLWqObeDIRISvN2r2YCKgRsZLg_90Ugs36Y=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34302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71662"/>
            <a:ext cx="7012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https://edrawmax.wondershare.com/templates/Network/network-diagram-for-client-server.jpg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71687"/>
            <a:ext cx="3369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edrawmax.wondershare.com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003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https://banner2.cleanpng.com/20180825/sva/kisspng-cloud-database-cloud-computing-computer-icons-database-server-svg-png-icon-free-download-5-27-5b81031ee55d47.1687689215351815989395.jpg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952750"/>
            <a:ext cx="2536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www.cleanpng.com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